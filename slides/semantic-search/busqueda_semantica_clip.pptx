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A1B7D0-61A0-485A-9180-E0E05C6B1DD0}" v="19" dt="2026-06-04T19:22:58.8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85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an David Martinez Vargas" userId="c632008b-f998-4b6d-b45a-5c056b487435" providerId="ADAL" clId="{4C6CFB88-FCF3-41A3-888F-CCFAE6100255}"/>
    <pc:docChg chg="custSel modSld">
      <pc:chgData name="Juan David Martinez Vargas" userId="c632008b-f998-4b6d-b45a-5c056b487435" providerId="ADAL" clId="{4C6CFB88-FCF3-41A3-888F-CCFAE6100255}" dt="2026-06-04T19:23:08.783" v="172" actId="1076"/>
      <pc:docMkLst>
        <pc:docMk/>
      </pc:docMkLst>
      <pc:sldChg chg="addSp delSp modSp mod">
        <pc:chgData name="Juan David Martinez Vargas" userId="c632008b-f998-4b6d-b45a-5c056b487435" providerId="ADAL" clId="{4C6CFB88-FCF3-41A3-888F-CCFAE6100255}" dt="2026-06-04T17:21:17.227" v="5" actId="14100"/>
        <pc:sldMkLst>
          <pc:docMk/>
          <pc:sldMk cId="0" sldId="258"/>
        </pc:sldMkLst>
        <pc:spChg chg="del">
          <ac:chgData name="Juan David Martinez Vargas" userId="c632008b-f998-4b6d-b45a-5c056b487435" providerId="ADAL" clId="{4C6CFB88-FCF3-41A3-888F-CCFAE6100255}" dt="2026-06-04T17:21:09.489" v="3" actId="478"/>
          <ac:spMkLst>
            <pc:docMk/>
            <pc:sldMk cId="0" sldId="258"/>
            <ac:spMk id="7" creationId="{00000000-0000-0000-0000-000000000000}"/>
          </ac:spMkLst>
        </pc:spChg>
        <pc:spChg chg="del">
          <ac:chgData name="Juan David Martinez Vargas" userId="c632008b-f998-4b6d-b45a-5c056b487435" providerId="ADAL" clId="{4C6CFB88-FCF3-41A3-888F-CCFAE6100255}" dt="2026-06-04T17:21:09.489" v="3" actId="478"/>
          <ac:spMkLst>
            <pc:docMk/>
            <pc:sldMk cId="0" sldId="258"/>
            <ac:spMk id="8" creationId="{00000000-0000-0000-0000-000000000000}"/>
          </ac:spMkLst>
        </pc:spChg>
        <pc:picChg chg="add mod">
          <ac:chgData name="Juan David Martinez Vargas" userId="c632008b-f998-4b6d-b45a-5c056b487435" providerId="ADAL" clId="{4C6CFB88-FCF3-41A3-888F-CCFAE6100255}" dt="2026-06-04T17:21:17.227" v="5" actId="14100"/>
          <ac:picMkLst>
            <pc:docMk/>
            <pc:sldMk cId="0" sldId="258"/>
            <ac:picMk id="5" creationId="{123C2BD9-2EF5-26DD-0A6E-A4AA0179A852}"/>
          </ac:picMkLst>
        </pc:picChg>
      </pc:sldChg>
      <pc:sldChg chg="addSp delSp modSp mod">
        <pc:chgData name="Juan David Martinez Vargas" userId="c632008b-f998-4b6d-b45a-5c056b487435" providerId="ADAL" clId="{4C6CFB88-FCF3-41A3-888F-CCFAE6100255}" dt="2026-06-04T17:37:01.509" v="76"/>
        <pc:sldMkLst>
          <pc:docMk/>
          <pc:sldMk cId="0" sldId="259"/>
        </pc:sldMkLst>
        <pc:spChg chg="del">
          <ac:chgData name="Juan David Martinez Vargas" userId="c632008b-f998-4b6d-b45a-5c056b487435" providerId="ADAL" clId="{4C6CFB88-FCF3-41A3-888F-CCFAE6100255}" dt="2026-06-04T17:23:54.265" v="6" actId="478"/>
          <ac:spMkLst>
            <pc:docMk/>
            <pc:sldMk cId="0" sldId="259"/>
            <ac:spMk id="6" creationId="{00000000-0000-0000-0000-000000000000}"/>
          </ac:spMkLst>
        </pc:spChg>
        <pc:spChg chg="del">
          <ac:chgData name="Juan David Martinez Vargas" userId="c632008b-f998-4b6d-b45a-5c056b487435" providerId="ADAL" clId="{4C6CFB88-FCF3-41A3-888F-CCFAE6100255}" dt="2026-06-04T17:23:56.699" v="7" actId="478"/>
          <ac:spMkLst>
            <pc:docMk/>
            <pc:sldMk cId="0" sldId="259"/>
            <ac:spMk id="7" creationId="{00000000-0000-0000-0000-000000000000}"/>
          </ac:spMkLst>
        </pc:spChg>
        <pc:picChg chg="add mod modCrop">
          <ac:chgData name="Juan David Martinez Vargas" userId="c632008b-f998-4b6d-b45a-5c056b487435" providerId="ADAL" clId="{4C6CFB88-FCF3-41A3-888F-CCFAE6100255}" dt="2026-06-04T17:25:04.436" v="23" actId="1076"/>
          <ac:picMkLst>
            <pc:docMk/>
            <pc:sldMk cId="0" sldId="259"/>
            <ac:picMk id="9" creationId="{7652D44B-767E-A8F9-10DB-049DE413CB12}"/>
          </ac:picMkLst>
        </pc:picChg>
        <pc:picChg chg="add mod">
          <ac:chgData name="Juan David Martinez Vargas" userId="c632008b-f998-4b6d-b45a-5c056b487435" providerId="ADAL" clId="{4C6CFB88-FCF3-41A3-888F-CCFAE6100255}" dt="2026-06-04T17:37:01.509" v="76"/>
          <ac:picMkLst>
            <pc:docMk/>
            <pc:sldMk cId="0" sldId="259"/>
            <ac:picMk id="10" creationId="{81E441D1-EBD9-0CA0-189B-93A4F848D69F}"/>
          </ac:picMkLst>
        </pc:picChg>
      </pc:sldChg>
      <pc:sldChg chg="addSp delSp modSp mod">
        <pc:chgData name="Juan David Martinez Vargas" userId="c632008b-f998-4b6d-b45a-5c056b487435" providerId="ADAL" clId="{4C6CFB88-FCF3-41A3-888F-CCFAE6100255}" dt="2026-06-04T17:37:03.211" v="77"/>
        <pc:sldMkLst>
          <pc:docMk/>
          <pc:sldMk cId="0" sldId="260"/>
        </pc:sldMkLst>
        <pc:spChg chg="del">
          <ac:chgData name="Juan David Martinez Vargas" userId="c632008b-f998-4b6d-b45a-5c056b487435" providerId="ADAL" clId="{4C6CFB88-FCF3-41A3-888F-CCFAE6100255}" dt="2026-06-04T17:28:16.002" v="30" actId="478"/>
          <ac:spMkLst>
            <pc:docMk/>
            <pc:sldMk cId="0" sldId="260"/>
            <ac:spMk id="5" creationId="{00000000-0000-0000-0000-000000000000}"/>
          </ac:spMkLst>
        </pc:spChg>
        <pc:spChg chg="del">
          <ac:chgData name="Juan David Martinez Vargas" userId="c632008b-f998-4b6d-b45a-5c056b487435" providerId="ADAL" clId="{4C6CFB88-FCF3-41A3-888F-CCFAE6100255}" dt="2026-06-04T17:27:53.390" v="24" actId="478"/>
          <ac:spMkLst>
            <pc:docMk/>
            <pc:sldMk cId="0" sldId="260"/>
            <ac:spMk id="9" creationId="{00000000-0000-0000-0000-000000000000}"/>
          </ac:spMkLst>
        </pc:spChg>
        <pc:spChg chg="del">
          <ac:chgData name="Juan David Martinez Vargas" userId="c632008b-f998-4b6d-b45a-5c056b487435" providerId="ADAL" clId="{4C6CFB88-FCF3-41A3-888F-CCFAE6100255}" dt="2026-06-04T17:27:56.613" v="25" actId="478"/>
          <ac:spMkLst>
            <pc:docMk/>
            <pc:sldMk cId="0" sldId="260"/>
            <ac:spMk id="10" creationId="{00000000-0000-0000-0000-000000000000}"/>
          </ac:spMkLst>
        </pc:spChg>
        <pc:spChg chg="del">
          <ac:chgData name="Juan David Martinez Vargas" userId="c632008b-f998-4b6d-b45a-5c056b487435" providerId="ADAL" clId="{4C6CFB88-FCF3-41A3-888F-CCFAE6100255}" dt="2026-06-04T17:28:19.560" v="31" actId="478"/>
          <ac:spMkLst>
            <pc:docMk/>
            <pc:sldMk cId="0" sldId="260"/>
            <ac:spMk id="11" creationId="{00000000-0000-0000-0000-000000000000}"/>
          </ac:spMkLst>
        </pc:spChg>
        <pc:spChg chg="del">
          <ac:chgData name="Juan David Martinez Vargas" userId="c632008b-f998-4b6d-b45a-5c056b487435" providerId="ADAL" clId="{4C6CFB88-FCF3-41A3-888F-CCFAE6100255}" dt="2026-06-04T17:28:21.173" v="32" actId="478"/>
          <ac:spMkLst>
            <pc:docMk/>
            <pc:sldMk cId="0" sldId="260"/>
            <ac:spMk id="15" creationId="{00000000-0000-0000-0000-000000000000}"/>
          </ac:spMkLst>
        </pc:spChg>
        <pc:spChg chg="del">
          <ac:chgData name="Juan David Martinez Vargas" userId="c632008b-f998-4b6d-b45a-5c056b487435" providerId="ADAL" clId="{4C6CFB88-FCF3-41A3-888F-CCFAE6100255}" dt="2026-06-04T17:28:24.995" v="33" actId="478"/>
          <ac:spMkLst>
            <pc:docMk/>
            <pc:sldMk cId="0" sldId="260"/>
            <ac:spMk id="16" creationId="{00000000-0000-0000-0000-000000000000}"/>
          </ac:spMkLst>
        </pc:spChg>
        <pc:spChg chg="del">
          <ac:chgData name="Juan David Martinez Vargas" userId="c632008b-f998-4b6d-b45a-5c056b487435" providerId="ADAL" clId="{4C6CFB88-FCF3-41A3-888F-CCFAE6100255}" dt="2026-06-04T17:28:58.917" v="42" actId="478"/>
          <ac:spMkLst>
            <pc:docMk/>
            <pc:sldMk cId="0" sldId="260"/>
            <ac:spMk id="17" creationId="{00000000-0000-0000-0000-000000000000}"/>
          </ac:spMkLst>
        </pc:spChg>
        <pc:spChg chg="del">
          <ac:chgData name="Juan David Martinez Vargas" userId="c632008b-f998-4b6d-b45a-5c056b487435" providerId="ADAL" clId="{4C6CFB88-FCF3-41A3-888F-CCFAE6100255}" dt="2026-06-04T17:28:58.381" v="41" actId="478"/>
          <ac:spMkLst>
            <pc:docMk/>
            <pc:sldMk cId="0" sldId="260"/>
            <ac:spMk id="21" creationId="{00000000-0000-0000-0000-000000000000}"/>
          </ac:spMkLst>
        </pc:spChg>
        <pc:spChg chg="del">
          <ac:chgData name="Juan David Martinez Vargas" userId="c632008b-f998-4b6d-b45a-5c056b487435" providerId="ADAL" clId="{4C6CFB88-FCF3-41A3-888F-CCFAE6100255}" dt="2026-06-04T17:29:01.405" v="43" actId="478"/>
          <ac:spMkLst>
            <pc:docMk/>
            <pc:sldMk cId="0" sldId="260"/>
            <ac:spMk id="22" creationId="{00000000-0000-0000-0000-000000000000}"/>
          </ac:spMkLst>
        </pc:spChg>
        <pc:picChg chg="add mod modCrop">
          <ac:chgData name="Juan David Martinez Vargas" userId="c632008b-f998-4b6d-b45a-5c056b487435" providerId="ADAL" clId="{4C6CFB88-FCF3-41A3-888F-CCFAE6100255}" dt="2026-06-04T17:28:13.502" v="29" actId="1076"/>
          <ac:picMkLst>
            <pc:docMk/>
            <pc:sldMk cId="0" sldId="260"/>
            <ac:picMk id="24" creationId="{4AD5FDF0-F84B-1E7D-3A18-6CBCD69BF4C3}"/>
          </ac:picMkLst>
        </pc:picChg>
        <pc:picChg chg="add mod">
          <ac:chgData name="Juan David Martinez Vargas" userId="c632008b-f998-4b6d-b45a-5c056b487435" providerId="ADAL" clId="{4C6CFB88-FCF3-41A3-888F-CCFAE6100255}" dt="2026-06-04T17:28:56.549" v="40" actId="1076"/>
          <ac:picMkLst>
            <pc:docMk/>
            <pc:sldMk cId="0" sldId="260"/>
            <ac:picMk id="26" creationId="{4D34EA20-B075-DCE5-3816-EA8860B4B6A6}"/>
          </ac:picMkLst>
        </pc:picChg>
        <pc:picChg chg="add mod">
          <ac:chgData name="Juan David Martinez Vargas" userId="c632008b-f998-4b6d-b45a-5c056b487435" providerId="ADAL" clId="{4C6CFB88-FCF3-41A3-888F-CCFAE6100255}" dt="2026-06-04T17:29:25.218" v="50" actId="1076"/>
          <ac:picMkLst>
            <pc:docMk/>
            <pc:sldMk cId="0" sldId="260"/>
            <ac:picMk id="28" creationId="{C78B0FB1-D6BA-CFE1-1C6A-020C8FB12186}"/>
          </ac:picMkLst>
        </pc:picChg>
        <pc:picChg chg="add mod">
          <ac:chgData name="Juan David Martinez Vargas" userId="c632008b-f998-4b6d-b45a-5c056b487435" providerId="ADAL" clId="{4C6CFB88-FCF3-41A3-888F-CCFAE6100255}" dt="2026-06-04T17:37:03.211" v="77"/>
          <ac:picMkLst>
            <pc:docMk/>
            <pc:sldMk cId="0" sldId="260"/>
            <ac:picMk id="29" creationId="{164DD722-444F-1EC1-846A-42238F82BFAA}"/>
          </ac:picMkLst>
        </pc:picChg>
      </pc:sldChg>
      <pc:sldChg chg="addSp delSp modSp mod">
        <pc:chgData name="Juan David Martinez Vargas" userId="c632008b-f998-4b6d-b45a-5c056b487435" providerId="ADAL" clId="{4C6CFB88-FCF3-41A3-888F-CCFAE6100255}" dt="2026-06-04T17:37:05.168" v="78"/>
        <pc:sldMkLst>
          <pc:docMk/>
          <pc:sldMk cId="0" sldId="261"/>
        </pc:sldMkLst>
        <pc:spChg chg="mod">
          <ac:chgData name="Juan David Martinez Vargas" userId="c632008b-f998-4b6d-b45a-5c056b487435" providerId="ADAL" clId="{4C6CFB88-FCF3-41A3-888F-CCFAE6100255}" dt="2026-06-04T17:31:55.094" v="55" actId="1076"/>
          <ac:spMkLst>
            <pc:docMk/>
            <pc:sldMk cId="0" sldId="261"/>
            <ac:spMk id="4" creationId="{00000000-0000-0000-0000-000000000000}"/>
          </ac:spMkLst>
        </pc:spChg>
        <pc:spChg chg="del">
          <ac:chgData name="Juan David Martinez Vargas" userId="c632008b-f998-4b6d-b45a-5c056b487435" providerId="ADAL" clId="{4C6CFB88-FCF3-41A3-888F-CCFAE6100255}" dt="2026-06-04T17:31:39.390" v="51" actId="478"/>
          <ac:spMkLst>
            <pc:docMk/>
            <pc:sldMk cId="0" sldId="261"/>
            <ac:spMk id="5" creationId="{00000000-0000-0000-0000-000000000000}"/>
          </ac:spMkLst>
        </pc:spChg>
        <pc:spChg chg="del">
          <ac:chgData name="Juan David Martinez Vargas" userId="c632008b-f998-4b6d-b45a-5c056b487435" providerId="ADAL" clId="{4C6CFB88-FCF3-41A3-888F-CCFAE6100255}" dt="2026-06-04T17:31:40.934" v="52" actId="478"/>
          <ac:spMkLst>
            <pc:docMk/>
            <pc:sldMk cId="0" sldId="261"/>
            <ac:spMk id="6" creationId="{00000000-0000-0000-0000-000000000000}"/>
          </ac:spMkLst>
        </pc:spChg>
        <pc:picChg chg="add mod">
          <ac:chgData name="Juan David Martinez Vargas" userId="c632008b-f998-4b6d-b45a-5c056b487435" providerId="ADAL" clId="{4C6CFB88-FCF3-41A3-888F-CCFAE6100255}" dt="2026-06-04T17:32:15.710" v="61" actId="1076"/>
          <ac:picMkLst>
            <pc:docMk/>
            <pc:sldMk cId="0" sldId="261"/>
            <ac:picMk id="9" creationId="{AABD1515-915D-6C2C-C552-DDBF1144B45C}"/>
          </ac:picMkLst>
        </pc:picChg>
        <pc:picChg chg="add mod">
          <ac:chgData name="Juan David Martinez Vargas" userId="c632008b-f998-4b6d-b45a-5c056b487435" providerId="ADAL" clId="{4C6CFB88-FCF3-41A3-888F-CCFAE6100255}" dt="2026-06-04T17:37:05.168" v="78"/>
          <ac:picMkLst>
            <pc:docMk/>
            <pc:sldMk cId="0" sldId="261"/>
            <ac:picMk id="10" creationId="{15C136D1-CABA-5034-E6E0-E315CE1C330E}"/>
          </ac:picMkLst>
        </pc:picChg>
      </pc:sldChg>
      <pc:sldChg chg="addSp delSp modSp mod">
        <pc:chgData name="Juan David Martinez Vargas" userId="c632008b-f998-4b6d-b45a-5c056b487435" providerId="ADAL" clId="{4C6CFB88-FCF3-41A3-888F-CCFAE6100255}" dt="2026-06-04T17:37:08.335" v="79"/>
        <pc:sldMkLst>
          <pc:docMk/>
          <pc:sldMk cId="0" sldId="262"/>
        </pc:sldMkLst>
        <pc:spChg chg="del">
          <ac:chgData name="Juan David Martinez Vargas" userId="c632008b-f998-4b6d-b45a-5c056b487435" providerId="ADAL" clId="{4C6CFB88-FCF3-41A3-888F-CCFAE6100255}" dt="2026-06-04T17:32:24.624" v="62" actId="478"/>
          <ac:spMkLst>
            <pc:docMk/>
            <pc:sldMk cId="0" sldId="262"/>
            <ac:spMk id="4" creationId="{00000000-0000-0000-0000-000000000000}"/>
          </ac:spMkLst>
        </pc:spChg>
        <pc:spChg chg="del">
          <ac:chgData name="Juan David Martinez Vargas" userId="c632008b-f998-4b6d-b45a-5c056b487435" providerId="ADAL" clId="{4C6CFB88-FCF3-41A3-888F-CCFAE6100255}" dt="2026-06-04T17:32:26.277" v="63" actId="478"/>
          <ac:spMkLst>
            <pc:docMk/>
            <pc:sldMk cId="0" sldId="262"/>
            <ac:spMk id="5" creationId="{00000000-0000-0000-0000-000000000000}"/>
          </ac:spMkLst>
        </pc:spChg>
        <pc:picChg chg="add mod">
          <ac:chgData name="Juan David Martinez Vargas" userId="c632008b-f998-4b6d-b45a-5c056b487435" providerId="ADAL" clId="{4C6CFB88-FCF3-41A3-888F-CCFAE6100255}" dt="2026-06-04T17:35:51.556" v="75" actId="1076"/>
          <ac:picMkLst>
            <pc:docMk/>
            <pc:sldMk cId="0" sldId="262"/>
            <ac:picMk id="8" creationId="{607FBBFF-A697-11CE-5B76-92D1082AC18B}"/>
          </ac:picMkLst>
        </pc:picChg>
        <pc:picChg chg="add mod">
          <ac:chgData name="Juan David Martinez Vargas" userId="c632008b-f998-4b6d-b45a-5c056b487435" providerId="ADAL" clId="{4C6CFB88-FCF3-41A3-888F-CCFAE6100255}" dt="2026-06-04T17:37:08.335" v="79"/>
          <ac:picMkLst>
            <pc:docMk/>
            <pc:sldMk cId="0" sldId="262"/>
            <ac:picMk id="9" creationId="{298B1ECB-4C27-AA83-F7AD-4151E9182C97}"/>
          </ac:picMkLst>
        </pc:picChg>
      </pc:sldChg>
      <pc:sldChg chg="addSp delSp modSp mod">
        <pc:chgData name="Juan David Martinez Vargas" userId="c632008b-f998-4b6d-b45a-5c056b487435" providerId="ADAL" clId="{4C6CFB88-FCF3-41A3-888F-CCFAE6100255}" dt="2026-06-04T17:37:59.119" v="93" actId="1076"/>
        <pc:sldMkLst>
          <pc:docMk/>
          <pc:sldMk cId="0" sldId="263"/>
        </pc:sldMkLst>
        <pc:spChg chg="del">
          <ac:chgData name="Juan David Martinez Vargas" userId="c632008b-f998-4b6d-b45a-5c056b487435" providerId="ADAL" clId="{4C6CFB88-FCF3-41A3-888F-CCFAE6100255}" dt="2026-06-04T17:37:36.678" v="83" actId="478"/>
          <ac:spMkLst>
            <pc:docMk/>
            <pc:sldMk cId="0" sldId="263"/>
            <ac:spMk id="4" creationId="{00000000-0000-0000-0000-000000000000}"/>
          </ac:spMkLst>
        </pc:spChg>
        <pc:spChg chg="del">
          <ac:chgData name="Juan David Martinez Vargas" userId="c632008b-f998-4b6d-b45a-5c056b487435" providerId="ADAL" clId="{4C6CFB88-FCF3-41A3-888F-CCFAE6100255}" dt="2026-06-04T17:37:39.695" v="84" actId="478"/>
          <ac:spMkLst>
            <pc:docMk/>
            <pc:sldMk cId="0" sldId="263"/>
            <ac:spMk id="5" creationId="{00000000-0000-0000-0000-000000000000}"/>
          </ac:spMkLst>
        </pc:spChg>
        <pc:picChg chg="add mod">
          <ac:chgData name="Juan David Martinez Vargas" userId="c632008b-f998-4b6d-b45a-5c056b487435" providerId="ADAL" clId="{4C6CFB88-FCF3-41A3-888F-CCFAE6100255}" dt="2026-06-04T17:37:09.814" v="80"/>
          <ac:picMkLst>
            <pc:docMk/>
            <pc:sldMk cId="0" sldId="263"/>
            <ac:picMk id="16" creationId="{1AE53F53-7A21-BCB6-BD9B-B0EF6DD37D2E}"/>
          </ac:picMkLst>
        </pc:picChg>
        <pc:picChg chg="add mod">
          <ac:chgData name="Juan David Martinez Vargas" userId="c632008b-f998-4b6d-b45a-5c056b487435" providerId="ADAL" clId="{4C6CFB88-FCF3-41A3-888F-CCFAE6100255}" dt="2026-06-04T17:37:59.119" v="93" actId="1076"/>
          <ac:picMkLst>
            <pc:docMk/>
            <pc:sldMk cId="0" sldId="263"/>
            <ac:picMk id="18" creationId="{7660B302-F97F-E1BD-4102-AF73A00CA996}"/>
          </ac:picMkLst>
        </pc:picChg>
      </pc:sldChg>
      <pc:sldChg chg="addSp delSp modSp mod">
        <pc:chgData name="Juan David Martinez Vargas" userId="c632008b-f998-4b6d-b45a-5c056b487435" providerId="ADAL" clId="{4C6CFB88-FCF3-41A3-888F-CCFAE6100255}" dt="2026-06-04T18:56:07.599" v="102" actId="1076"/>
        <pc:sldMkLst>
          <pc:docMk/>
          <pc:sldMk cId="0" sldId="264"/>
        </pc:sldMkLst>
        <pc:spChg chg="del">
          <ac:chgData name="Juan David Martinez Vargas" userId="c632008b-f998-4b6d-b45a-5c056b487435" providerId="ADAL" clId="{4C6CFB88-FCF3-41A3-888F-CCFAE6100255}" dt="2026-06-04T18:55:42.252" v="94" actId="478"/>
          <ac:spMkLst>
            <pc:docMk/>
            <pc:sldMk cId="0" sldId="264"/>
            <ac:spMk id="4" creationId="{00000000-0000-0000-0000-000000000000}"/>
          </ac:spMkLst>
        </pc:spChg>
        <pc:spChg chg="del">
          <ac:chgData name="Juan David Martinez Vargas" userId="c632008b-f998-4b6d-b45a-5c056b487435" providerId="ADAL" clId="{4C6CFB88-FCF3-41A3-888F-CCFAE6100255}" dt="2026-06-04T18:55:44.137" v="95" actId="478"/>
          <ac:spMkLst>
            <pc:docMk/>
            <pc:sldMk cId="0" sldId="264"/>
            <ac:spMk id="5" creationId="{00000000-0000-0000-0000-000000000000}"/>
          </ac:spMkLst>
        </pc:spChg>
        <pc:picChg chg="add mod">
          <ac:chgData name="Juan David Martinez Vargas" userId="c632008b-f998-4b6d-b45a-5c056b487435" providerId="ADAL" clId="{4C6CFB88-FCF3-41A3-888F-CCFAE6100255}" dt="2026-06-04T17:37:13.110" v="81"/>
          <ac:picMkLst>
            <pc:docMk/>
            <pc:sldMk cId="0" sldId="264"/>
            <ac:picMk id="7" creationId="{7B17C384-6AB4-3816-E41B-55213B7CC248}"/>
          </ac:picMkLst>
        </pc:picChg>
        <pc:picChg chg="add mod modCrop">
          <ac:chgData name="Juan David Martinez Vargas" userId="c632008b-f998-4b6d-b45a-5c056b487435" providerId="ADAL" clId="{4C6CFB88-FCF3-41A3-888F-CCFAE6100255}" dt="2026-06-04T18:56:07.599" v="102" actId="1076"/>
          <ac:picMkLst>
            <pc:docMk/>
            <pc:sldMk cId="0" sldId="264"/>
            <ac:picMk id="9" creationId="{A07BAFFA-0B7B-00F5-EB17-7999E187EB15}"/>
          </ac:picMkLst>
        </pc:picChg>
      </pc:sldChg>
      <pc:sldChg chg="addSp modSp">
        <pc:chgData name="Juan David Martinez Vargas" userId="c632008b-f998-4b6d-b45a-5c056b487435" providerId="ADAL" clId="{4C6CFB88-FCF3-41A3-888F-CCFAE6100255}" dt="2026-06-04T17:37:14.511" v="82"/>
        <pc:sldMkLst>
          <pc:docMk/>
          <pc:sldMk cId="0" sldId="265"/>
        </pc:sldMkLst>
        <pc:picChg chg="add mod">
          <ac:chgData name="Juan David Martinez Vargas" userId="c632008b-f998-4b6d-b45a-5c056b487435" providerId="ADAL" clId="{4C6CFB88-FCF3-41A3-888F-CCFAE6100255}" dt="2026-06-04T17:37:14.511" v="82"/>
          <ac:picMkLst>
            <pc:docMk/>
            <pc:sldMk cId="0" sldId="265"/>
            <ac:picMk id="11" creationId="{460D5B86-1948-7E88-F6C7-92ED456A6697}"/>
          </ac:picMkLst>
        </pc:picChg>
      </pc:sldChg>
      <pc:sldChg chg="addSp delSp modSp mod">
        <pc:chgData name="Juan David Martinez Vargas" userId="c632008b-f998-4b6d-b45a-5c056b487435" providerId="ADAL" clId="{4C6CFB88-FCF3-41A3-888F-CCFAE6100255}" dt="2026-06-04T19:15:03.096" v="120"/>
        <pc:sldMkLst>
          <pc:docMk/>
          <pc:sldMk cId="0" sldId="266"/>
        </pc:sldMkLst>
        <pc:spChg chg="del mod">
          <ac:chgData name="Juan David Martinez Vargas" userId="c632008b-f998-4b6d-b45a-5c056b487435" providerId="ADAL" clId="{4C6CFB88-FCF3-41A3-888F-CCFAE6100255}" dt="2026-06-04T19:13:54.884" v="111" actId="478"/>
          <ac:spMkLst>
            <pc:docMk/>
            <pc:sldMk cId="0" sldId="266"/>
            <ac:spMk id="4" creationId="{00000000-0000-0000-0000-000000000000}"/>
          </ac:spMkLst>
        </pc:spChg>
        <pc:spChg chg="del">
          <ac:chgData name="Juan David Martinez Vargas" userId="c632008b-f998-4b6d-b45a-5c056b487435" providerId="ADAL" clId="{4C6CFB88-FCF3-41A3-888F-CCFAE6100255}" dt="2026-06-04T19:13:59.315" v="112" actId="478"/>
          <ac:spMkLst>
            <pc:docMk/>
            <pc:sldMk cId="0" sldId="266"/>
            <ac:spMk id="5" creationId="{00000000-0000-0000-0000-000000000000}"/>
          </ac:spMkLst>
        </pc:spChg>
        <pc:picChg chg="add mod">
          <ac:chgData name="Juan David Martinez Vargas" userId="c632008b-f998-4b6d-b45a-5c056b487435" providerId="ADAL" clId="{4C6CFB88-FCF3-41A3-888F-CCFAE6100255}" dt="2026-06-04T19:14:21.906" v="119" actId="14100"/>
          <ac:picMkLst>
            <pc:docMk/>
            <pc:sldMk cId="0" sldId="266"/>
            <ac:picMk id="8" creationId="{66539505-85B6-B722-6C5B-85746B60F6F6}"/>
          </ac:picMkLst>
        </pc:picChg>
        <pc:picChg chg="add mod">
          <ac:chgData name="Juan David Martinez Vargas" userId="c632008b-f998-4b6d-b45a-5c056b487435" providerId="ADAL" clId="{4C6CFB88-FCF3-41A3-888F-CCFAE6100255}" dt="2026-06-04T19:15:03.096" v="120"/>
          <ac:picMkLst>
            <pc:docMk/>
            <pc:sldMk cId="0" sldId="266"/>
            <ac:picMk id="9" creationId="{8512DCF9-A389-6F0A-C703-39E8E579DDF2}"/>
          </ac:picMkLst>
        </pc:picChg>
      </pc:sldChg>
      <pc:sldChg chg="addSp modSp">
        <pc:chgData name="Juan David Martinez Vargas" userId="c632008b-f998-4b6d-b45a-5c056b487435" providerId="ADAL" clId="{4C6CFB88-FCF3-41A3-888F-CCFAE6100255}" dt="2026-06-04T19:15:04.917" v="121"/>
        <pc:sldMkLst>
          <pc:docMk/>
          <pc:sldMk cId="0" sldId="267"/>
        </pc:sldMkLst>
        <pc:picChg chg="add mod">
          <ac:chgData name="Juan David Martinez Vargas" userId="c632008b-f998-4b6d-b45a-5c056b487435" providerId="ADAL" clId="{4C6CFB88-FCF3-41A3-888F-CCFAE6100255}" dt="2026-06-04T19:15:04.917" v="121"/>
          <ac:picMkLst>
            <pc:docMk/>
            <pc:sldMk cId="0" sldId="267"/>
            <ac:picMk id="20" creationId="{767B5193-D666-BF7B-DBA1-174194BE6AD3}"/>
          </ac:picMkLst>
        </pc:picChg>
      </pc:sldChg>
      <pc:sldChg chg="addSp delSp modSp mod">
        <pc:chgData name="Juan David Martinez Vargas" userId="c632008b-f998-4b6d-b45a-5c056b487435" providerId="ADAL" clId="{4C6CFB88-FCF3-41A3-888F-CCFAE6100255}" dt="2026-06-04T19:15:07.102" v="122"/>
        <pc:sldMkLst>
          <pc:docMk/>
          <pc:sldMk cId="0" sldId="268"/>
        </pc:sldMkLst>
        <pc:spChg chg="del">
          <ac:chgData name="Juan David Martinez Vargas" userId="c632008b-f998-4b6d-b45a-5c056b487435" providerId="ADAL" clId="{4C6CFB88-FCF3-41A3-888F-CCFAE6100255}" dt="2026-06-04T19:11:17.689" v="104" actId="478"/>
          <ac:spMkLst>
            <pc:docMk/>
            <pc:sldMk cId="0" sldId="268"/>
            <ac:spMk id="4" creationId="{00000000-0000-0000-0000-000000000000}"/>
          </ac:spMkLst>
        </pc:spChg>
        <pc:spChg chg="del">
          <ac:chgData name="Juan David Martinez Vargas" userId="c632008b-f998-4b6d-b45a-5c056b487435" providerId="ADAL" clId="{4C6CFB88-FCF3-41A3-888F-CCFAE6100255}" dt="2026-06-04T19:11:27.472" v="105" actId="478"/>
          <ac:spMkLst>
            <pc:docMk/>
            <pc:sldMk cId="0" sldId="268"/>
            <ac:spMk id="5" creationId="{00000000-0000-0000-0000-000000000000}"/>
          </ac:spMkLst>
        </pc:spChg>
        <pc:picChg chg="add mod">
          <ac:chgData name="Juan David Martinez Vargas" userId="c632008b-f998-4b6d-b45a-5c056b487435" providerId="ADAL" clId="{4C6CFB88-FCF3-41A3-888F-CCFAE6100255}" dt="2026-06-04T19:11:54.384" v="110" actId="14100"/>
          <ac:picMkLst>
            <pc:docMk/>
            <pc:sldMk cId="0" sldId="268"/>
            <ac:picMk id="8" creationId="{2304F20A-35B9-74BC-2899-EE1D69EBA488}"/>
          </ac:picMkLst>
        </pc:picChg>
        <pc:picChg chg="add mod">
          <ac:chgData name="Juan David Martinez Vargas" userId="c632008b-f998-4b6d-b45a-5c056b487435" providerId="ADAL" clId="{4C6CFB88-FCF3-41A3-888F-CCFAE6100255}" dt="2026-06-04T19:15:07.102" v="122"/>
          <ac:picMkLst>
            <pc:docMk/>
            <pc:sldMk cId="0" sldId="268"/>
            <ac:picMk id="9" creationId="{6BAD82F6-CF84-0BF9-6102-50316A83A944}"/>
          </ac:picMkLst>
        </pc:picChg>
      </pc:sldChg>
      <pc:sldChg chg="addSp delSp modSp mod">
        <pc:chgData name="Juan David Martinez Vargas" userId="c632008b-f998-4b6d-b45a-5c056b487435" providerId="ADAL" clId="{4C6CFB88-FCF3-41A3-888F-CCFAE6100255}" dt="2026-06-04T19:15:22.826" v="129" actId="14100"/>
        <pc:sldMkLst>
          <pc:docMk/>
          <pc:sldMk cId="0" sldId="269"/>
        </pc:sldMkLst>
        <pc:spChg chg="del">
          <ac:chgData name="Juan David Martinez Vargas" userId="c632008b-f998-4b6d-b45a-5c056b487435" providerId="ADAL" clId="{4C6CFB88-FCF3-41A3-888F-CCFAE6100255}" dt="2026-06-04T19:15:15.762" v="126" actId="478"/>
          <ac:spMkLst>
            <pc:docMk/>
            <pc:sldMk cId="0" sldId="269"/>
            <ac:spMk id="4" creationId="{00000000-0000-0000-0000-000000000000}"/>
          </ac:spMkLst>
        </pc:spChg>
        <pc:spChg chg="del mod">
          <ac:chgData name="Juan David Martinez Vargas" userId="c632008b-f998-4b6d-b45a-5c056b487435" providerId="ADAL" clId="{4C6CFB88-FCF3-41A3-888F-CCFAE6100255}" dt="2026-06-04T19:15:18.483" v="127" actId="478"/>
          <ac:spMkLst>
            <pc:docMk/>
            <pc:sldMk cId="0" sldId="269"/>
            <ac:spMk id="5" creationId="{00000000-0000-0000-0000-000000000000}"/>
          </ac:spMkLst>
        </pc:spChg>
        <pc:picChg chg="add mod">
          <ac:chgData name="Juan David Martinez Vargas" userId="c632008b-f998-4b6d-b45a-5c056b487435" providerId="ADAL" clId="{4C6CFB88-FCF3-41A3-888F-CCFAE6100255}" dt="2026-06-04T19:15:22.826" v="129" actId="14100"/>
          <ac:picMkLst>
            <pc:docMk/>
            <pc:sldMk cId="0" sldId="269"/>
            <ac:picMk id="6" creationId="{2AB2A31E-12D0-4CC3-2952-2ECBC834D0CA}"/>
          </ac:picMkLst>
        </pc:picChg>
      </pc:sldChg>
      <pc:sldChg chg="addSp delSp modSp mod">
        <pc:chgData name="Juan David Martinez Vargas" userId="c632008b-f998-4b6d-b45a-5c056b487435" providerId="ADAL" clId="{4C6CFB88-FCF3-41A3-888F-CCFAE6100255}" dt="2026-06-04T19:17:44.890" v="141"/>
        <pc:sldMkLst>
          <pc:docMk/>
          <pc:sldMk cId="0" sldId="270"/>
        </pc:sldMkLst>
        <pc:spChg chg="mod">
          <ac:chgData name="Juan David Martinez Vargas" userId="c632008b-f998-4b6d-b45a-5c056b487435" providerId="ADAL" clId="{4C6CFB88-FCF3-41A3-888F-CCFAE6100255}" dt="2026-06-04T19:17:38.385" v="140" actId="1076"/>
          <ac:spMkLst>
            <pc:docMk/>
            <pc:sldMk cId="0" sldId="270"/>
            <ac:spMk id="3" creationId="{00000000-0000-0000-0000-000000000000}"/>
          </ac:spMkLst>
        </pc:spChg>
        <pc:spChg chg="del">
          <ac:chgData name="Juan David Martinez Vargas" userId="c632008b-f998-4b6d-b45a-5c056b487435" providerId="ADAL" clId="{4C6CFB88-FCF3-41A3-888F-CCFAE6100255}" dt="2026-06-04T19:16:59.389" v="131" actId="478"/>
          <ac:spMkLst>
            <pc:docMk/>
            <pc:sldMk cId="0" sldId="270"/>
            <ac:spMk id="4" creationId="{00000000-0000-0000-0000-000000000000}"/>
          </ac:spMkLst>
        </pc:spChg>
        <pc:spChg chg="del">
          <ac:chgData name="Juan David Martinez Vargas" userId="c632008b-f998-4b6d-b45a-5c056b487435" providerId="ADAL" clId="{4C6CFB88-FCF3-41A3-888F-CCFAE6100255}" dt="2026-06-04T19:17:05.838" v="132" actId="478"/>
          <ac:spMkLst>
            <pc:docMk/>
            <pc:sldMk cId="0" sldId="270"/>
            <ac:spMk id="5" creationId="{00000000-0000-0000-0000-000000000000}"/>
          </ac:spMkLst>
        </pc:spChg>
        <pc:picChg chg="add mod modCrop">
          <ac:chgData name="Juan David Martinez Vargas" userId="c632008b-f998-4b6d-b45a-5c056b487435" providerId="ADAL" clId="{4C6CFB88-FCF3-41A3-888F-CCFAE6100255}" dt="2026-06-04T19:17:34.286" v="139" actId="1076"/>
          <ac:picMkLst>
            <pc:docMk/>
            <pc:sldMk cId="0" sldId="270"/>
            <ac:picMk id="8" creationId="{285E372B-3312-9295-4C0A-D68ECD7EA84A}"/>
          </ac:picMkLst>
        </pc:picChg>
        <pc:picChg chg="add mod">
          <ac:chgData name="Juan David Martinez Vargas" userId="c632008b-f998-4b6d-b45a-5c056b487435" providerId="ADAL" clId="{4C6CFB88-FCF3-41A3-888F-CCFAE6100255}" dt="2026-06-04T19:17:44.890" v="141"/>
          <ac:picMkLst>
            <pc:docMk/>
            <pc:sldMk cId="0" sldId="270"/>
            <ac:picMk id="9" creationId="{C1BC59E2-F689-8838-010E-A185930C12D9}"/>
          </ac:picMkLst>
        </pc:picChg>
      </pc:sldChg>
      <pc:sldChg chg="addSp modSp">
        <pc:chgData name="Juan David Martinez Vargas" userId="c632008b-f998-4b6d-b45a-5c056b487435" providerId="ADAL" clId="{4C6CFB88-FCF3-41A3-888F-CCFAE6100255}" dt="2026-06-04T19:22:44.743" v="166"/>
        <pc:sldMkLst>
          <pc:docMk/>
          <pc:sldMk cId="0" sldId="271"/>
        </pc:sldMkLst>
        <pc:picChg chg="add mod">
          <ac:chgData name="Juan David Martinez Vargas" userId="c632008b-f998-4b6d-b45a-5c056b487435" providerId="ADAL" clId="{4C6CFB88-FCF3-41A3-888F-CCFAE6100255}" dt="2026-06-04T19:22:44.541" v="165"/>
          <ac:picMkLst>
            <pc:docMk/>
            <pc:sldMk cId="0" sldId="271"/>
            <ac:picMk id="13" creationId="{0ED427B9-EEC5-08F1-4DAF-7B39A3322576}"/>
          </ac:picMkLst>
        </pc:picChg>
        <pc:picChg chg="add mod">
          <ac:chgData name="Juan David Martinez Vargas" userId="c632008b-f998-4b6d-b45a-5c056b487435" providerId="ADAL" clId="{4C6CFB88-FCF3-41A3-888F-CCFAE6100255}" dt="2026-06-04T19:22:44.743" v="166"/>
          <ac:picMkLst>
            <pc:docMk/>
            <pc:sldMk cId="0" sldId="271"/>
            <ac:picMk id="14" creationId="{29AAE0E2-25F4-6D46-C2E2-D1115E69D67B}"/>
          </ac:picMkLst>
        </pc:picChg>
      </pc:sldChg>
      <pc:sldChg chg="addSp delSp modSp mod">
        <pc:chgData name="Juan David Martinez Vargas" userId="c632008b-f998-4b6d-b45a-5c056b487435" providerId="ADAL" clId="{4C6CFB88-FCF3-41A3-888F-CCFAE6100255}" dt="2026-06-04T19:22:47.104" v="167"/>
        <pc:sldMkLst>
          <pc:docMk/>
          <pc:sldMk cId="0" sldId="272"/>
        </pc:sldMkLst>
        <pc:spChg chg="del">
          <ac:chgData name="Juan David Martinez Vargas" userId="c632008b-f998-4b6d-b45a-5c056b487435" providerId="ADAL" clId="{4C6CFB88-FCF3-41A3-888F-CCFAE6100255}" dt="2026-06-04T19:19:13.725" v="142" actId="478"/>
          <ac:spMkLst>
            <pc:docMk/>
            <pc:sldMk cId="0" sldId="272"/>
            <ac:spMk id="4" creationId="{00000000-0000-0000-0000-000000000000}"/>
          </ac:spMkLst>
        </pc:spChg>
        <pc:spChg chg="del">
          <ac:chgData name="Juan David Martinez Vargas" userId="c632008b-f998-4b6d-b45a-5c056b487435" providerId="ADAL" clId="{4C6CFB88-FCF3-41A3-888F-CCFAE6100255}" dt="2026-06-04T19:19:17.297" v="143" actId="478"/>
          <ac:spMkLst>
            <pc:docMk/>
            <pc:sldMk cId="0" sldId="272"/>
            <ac:spMk id="5" creationId="{00000000-0000-0000-0000-000000000000}"/>
          </ac:spMkLst>
        </pc:spChg>
        <pc:picChg chg="add mod modCrop">
          <ac:chgData name="Juan David Martinez Vargas" userId="c632008b-f998-4b6d-b45a-5c056b487435" providerId="ADAL" clId="{4C6CFB88-FCF3-41A3-888F-CCFAE6100255}" dt="2026-06-04T19:19:56.173" v="153" actId="1076"/>
          <ac:picMkLst>
            <pc:docMk/>
            <pc:sldMk cId="0" sldId="272"/>
            <ac:picMk id="8" creationId="{9DDD66C3-785B-3BDC-E95A-D8E7D65542FD}"/>
          </ac:picMkLst>
        </pc:picChg>
        <pc:picChg chg="add mod">
          <ac:chgData name="Juan David Martinez Vargas" userId="c632008b-f998-4b6d-b45a-5c056b487435" providerId="ADAL" clId="{4C6CFB88-FCF3-41A3-888F-CCFAE6100255}" dt="2026-06-04T19:22:47.104" v="167"/>
          <ac:picMkLst>
            <pc:docMk/>
            <pc:sldMk cId="0" sldId="272"/>
            <ac:picMk id="9" creationId="{5895B049-4BAF-A623-3CD5-BB517C2C683E}"/>
          </ac:picMkLst>
        </pc:picChg>
      </pc:sldChg>
      <pc:sldChg chg="addSp delSp modSp mod">
        <pc:chgData name="Juan David Martinez Vargas" userId="c632008b-f998-4b6d-b45a-5c056b487435" providerId="ADAL" clId="{4C6CFB88-FCF3-41A3-888F-CCFAE6100255}" dt="2026-06-04T19:22:55.809" v="168"/>
        <pc:sldMkLst>
          <pc:docMk/>
          <pc:sldMk cId="0" sldId="273"/>
        </pc:sldMkLst>
        <pc:spChg chg="mod">
          <ac:chgData name="Juan David Martinez Vargas" userId="c632008b-f998-4b6d-b45a-5c056b487435" providerId="ADAL" clId="{4C6CFB88-FCF3-41A3-888F-CCFAE6100255}" dt="2026-06-04T19:21:50.057" v="157" actId="1076"/>
          <ac:spMkLst>
            <pc:docMk/>
            <pc:sldMk cId="0" sldId="273"/>
            <ac:spMk id="3" creationId="{00000000-0000-0000-0000-000000000000}"/>
          </ac:spMkLst>
        </pc:spChg>
        <pc:spChg chg="del">
          <ac:chgData name="Juan David Martinez Vargas" userId="c632008b-f998-4b6d-b45a-5c056b487435" providerId="ADAL" clId="{4C6CFB88-FCF3-41A3-888F-CCFAE6100255}" dt="2026-06-04T19:21:42.167" v="154" actId="478"/>
          <ac:spMkLst>
            <pc:docMk/>
            <pc:sldMk cId="0" sldId="273"/>
            <ac:spMk id="4" creationId="{00000000-0000-0000-0000-000000000000}"/>
          </ac:spMkLst>
        </pc:spChg>
        <pc:spChg chg="del mod">
          <ac:chgData name="Juan David Martinez Vargas" userId="c632008b-f998-4b6d-b45a-5c056b487435" providerId="ADAL" clId="{4C6CFB88-FCF3-41A3-888F-CCFAE6100255}" dt="2026-06-04T19:21:45.359" v="156" actId="478"/>
          <ac:spMkLst>
            <pc:docMk/>
            <pc:sldMk cId="0" sldId="273"/>
            <ac:spMk id="5" creationId="{00000000-0000-0000-0000-000000000000}"/>
          </ac:spMkLst>
        </pc:spChg>
        <pc:picChg chg="add mod modCrop">
          <ac:chgData name="Juan David Martinez Vargas" userId="c632008b-f998-4b6d-b45a-5c056b487435" providerId="ADAL" clId="{4C6CFB88-FCF3-41A3-888F-CCFAE6100255}" dt="2026-06-04T19:22:34.231" v="164" actId="1076"/>
          <ac:picMkLst>
            <pc:docMk/>
            <pc:sldMk cId="0" sldId="273"/>
            <ac:picMk id="8" creationId="{4721BF7A-17E1-676D-BCAF-A1871CB5425B}"/>
          </ac:picMkLst>
        </pc:picChg>
        <pc:picChg chg="add mod">
          <ac:chgData name="Juan David Martinez Vargas" userId="c632008b-f998-4b6d-b45a-5c056b487435" providerId="ADAL" clId="{4C6CFB88-FCF3-41A3-888F-CCFAE6100255}" dt="2026-06-04T19:22:55.809" v="168"/>
          <ac:picMkLst>
            <pc:docMk/>
            <pc:sldMk cId="0" sldId="273"/>
            <ac:picMk id="9" creationId="{71108070-E1FF-1C61-CC5F-C1774E8DA85D}"/>
          </ac:picMkLst>
        </pc:picChg>
      </pc:sldChg>
      <pc:sldChg chg="addSp modSp">
        <pc:chgData name="Juan David Martinez Vargas" userId="c632008b-f998-4b6d-b45a-5c056b487435" providerId="ADAL" clId="{4C6CFB88-FCF3-41A3-888F-CCFAE6100255}" dt="2026-06-04T19:22:58.857" v="169"/>
        <pc:sldMkLst>
          <pc:docMk/>
          <pc:sldMk cId="0" sldId="274"/>
        </pc:sldMkLst>
        <pc:picChg chg="add mod">
          <ac:chgData name="Juan David Martinez Vargas" userId="c632008b-f998-4b6d-b45a-5c056b487435" providerId="ADAL" clId="{4C6CFB88-FCF3-41A3-888F-CCFAE6100255}" dt="2026-06-04T19:22:58.857" v="169"/>
          <ac:picMkLst>
            <pc:docMk/>
            <pc:sldMk cId="0" sldId="274"/>
            <ac:picMk id="15" creationId="{FC79D110-7F98-8FFF-E34D-CC345BECD250}"/>
          </ac:picMkLst>
        </pc:picChg>
      </pc:sldChg>
      <pc:sldChg chg="delSp modSp mod">
        <pc:chgData name="Juan David Martinez Vargas" userId="c632008b-f998-4b6d-b45a-5c056b487435" providerId="ADAL" clId="{4C6CFB88-FCF3-41A3-888F-CCFAE6100255}" dt="2026-06-04T19:23:08.783" v="172" actId="1076"/>
        <pc:sldMkLst>
          <pc:docMk/>
          <pc:sldMk cId="0" sldId="275"/>
        </pc:sldMkLst>
        <pc:spChg chg="mod">
          <ac:chgData name="Juan David Martinez Vargas" userId="c632008b-f998-4b6d-b45a-5c056b487435" providerId="ADAL" clId="{4C6CFB88-FCF3-41A3-888F-CCFAE6100255}" dt="2026-06-04T19:23:08.783" v="172" actId="1076"/>
          <ac:spMkLst>
            <pc:docMk/>
            <pc:sldMk cId="0" sldId="275"/>
            <ac:spMk id="3" creationId="{00000000-0000-0000-0000-000000000000}"/>
          </ac:spMkLst>
        </pc:spChg>
        <pc:spChg chg="del">
          <ac:chgData name="Juan David Martinez Vargas" userId="c632008b-f998-4b6d-b45a-5c056b487435" providerId="ADAL" clId="{4C6CFB88-FCF3-41A3-888F-CCFAE6100255}" dt="2026-06-04T19:23:01.445" v="170" actId="478"/>
          <ac:spMkLst>
            <pc:docMk/>
            <pc:sldMk cId="0" sldId="275"/>
            <ac:spMk id="5" creationId="{00000000-0000-0000-0000-000000000000}"/>
          </ac:spMkLst>
        </pc:spChg>
        <pc:spChg chg="del">
          <ac:chgData name="Juan David Martinez Vargas" userId="c632008b-f998-4b6d-b45a-5c056b487435" providerId="ADAL" clId="{4C6CFB88-FCF3-41A3-888F-CCFAE6100255}" dt="2026-06-04T19:23:04.510" v="171" actId="478"/>
          <ac:spMkLst>
            <pc:docMk/>
            <pc:sldMk cId="0" sldId="275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08988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Búsqueda Semántica</a:t>
            </a:r>
            <a:endParaRPr lang="en-US" sz="5000" dirty="0"/>
          </a:p>
          <a:p>
            <a:pPr marL="0" indent="0" algn="l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con CLIP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457200" y="31546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Embeddings · Retrieval · Frontier AI</a:t>
            </a:r>
            <a:endParaRPr lang="en-US" sz="1900" dirty="0"/>
          </a:p>
        </p:txBody>
      </p:sp>
      <p:pic>
        <p:nvPicPr>
          <p:cNvPr id="1026" name="Picture 2" descr="Gestión Jurídica | CJV">
            <a:extLst>
              <a:ext uri="{FF2B5EF4-FFF2-40B4-BE49-F238E27FC236}">
                <a16:creationId xmlns:a16="http://schemas.microsoft.com/office/drawing/2014/main" id="{305A3567-5266-6EE2-F0CB-7FA206F5EB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253" y="4425697"/>
            <a:ext cx="911013" cy="512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busca una máquina?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85953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problema de la búsqueda semántica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749040" cy="34747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749040" cy="384048"/>
          </a:xfrm>
          <a:prstGeom prst="rect">
            <a:avLst/>
          </a:prstGeom>
          <a:solidFill>
            <a:srgbClr val="E0E0E0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por palabras clave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383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coincidencias exactas de texto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"perro" ≠ "dog" ≠ "canino"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entiende imágenes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Frágil ante sinónimos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371600"/>
            <a:ext cx="3749040" cy="34747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4846320" y="1371600"/>
            <a:ext cx="3749040" cy="384048"/>
          </a:xfrm>
          <a:prstGeom prst="rect">
            <a:avLst/>
          </a:prstGeom>
          <a:solidFill>
            <a:srgbClr val="E0E0E0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4937760" y="137160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semántica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1874520"/>
            <a:ext cx="3383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Entiende el significado, no las palabras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"dog" ≈ "perro" ≈ imagen de perro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entre texto e imagen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Robusta a paráfrasis y variaciones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97680" y="28803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pic>
        <p:nvPicPr>
          <p:cNvPr id="13" name="Picture 2" descr="Gestión Jurídica | CJV">
            <a:extLst>
              <a:ext uri="{FF2B5EF4-FFF2-40B4-BE49-F238E27FC236}">
                <a16:creationId xmlns:a16="http://schemas.microsoft.com/office/drawing/2014/main" id="{C7BE40F8-DF6A-6DDA-A4DC-DF254FB52D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09" y="4902878"/>
            <a:ext cx="428091" cy="240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Píxeles vs Representación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85953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 datos crudos a significado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86200" y="256032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431596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Millones de números sin contexto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0" y="431596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punto en el espacio del significado</a:t>
            </a:r>
            <a:endParaRPr lang="en-US" sz="11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E44633D1-582F-E30A-C057-E56B044382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561" y="1361609"/>
            <a:ext cx="3840480" cy="256032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23C2BD9-2EF5-26DD-0A6E-A4AA0179A8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9709" y="1207008"/>
            <a:ext cx="4376929" cy="291795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85953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Representar el mundo como vectores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</a:t>
            </a: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una función que convierte cualquier objeto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texto, imagen, audio — en un vector de números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reales en un espacio de alta dimensión.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46634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Objetos similares → vectores cercanos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Objetos diferentes → vectores lejanos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operaciones aritméticas tienen sentido semántico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usa 512 dimensiones para imagen y texto</a:t>
            </a:r>
            <a:endParaRPr lang="en-US" sz="14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652D44B-767E-A8F9-10DB-049DE413CB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049" r="9778"/>
          <a:stretch>
            <a:fillRect/>
          </a:stretch>
        </p:blipFill>
        <p:spPr>
          <a:xfrm>
            <a:off x="5067691" y="1207008"/>
            <a:ext cx="4001802" cy="3169491"/>
          </a:xfrm>
          <a:prstGeom prst="rect">
            <a:avLst/>
          </a:prstGeom>
        </p:spPr>
      </p:pic>
      <p:pic>
        <p:nvPicPr>
          <p:cNvPr id="10" name="Picture 2" descr="Gestión Jurídica | CJV">
            <a:extLst>
              <a:ext uri="{FF2B5EF4-FFF2-40B4-BE49-F238E27FC236}">
                <a16:creationId xmlns:a16="http://schemas.microsoft.com/office/drawing/2014/main" id="{81E441D1-EBD9-0CA0-189B-93A4F848D6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09" y="4902878"/>
            <a:ext cx="428091" cy="240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Similitud coseno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85953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 distancia que importa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sim(a, b) = (a · b) / (‖a‖ · ‖b‖)  ∈  [−1, 1]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084832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ángulo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significado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46120" y="2084832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0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246120" y="269748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relación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46120" y="301752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Ángulo de 90°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significados distintos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35040" y="2084832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−1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035040" y="269748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Opuesto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035040" y="301752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Ángulo de 180°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significados contrarios</a:t>
            </a:r>
            <a:endParaRPr lang="en-US" sz="1200" dirty="0"/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4AD5FDF0-F84B-1E7D-3A18-6CBCD69BF4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6661"/>
          <a:stretch>
            <a:fillRect/>
          </a:stretch>
        </p:blipFill>
        <p:spPr>
          <a:xfrm>
            <a:off x="1197132" y="3652585"/>
            <a:ext cx="1126176" cy="1061589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4D34EA20-B075-DCE5-3816-EA8860B4B6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0919" y="3586512"/>
            <a:ext cx="1197059" cy="1193734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C78B0FB1-D6BA-CFE1-1C6A-020C8FB121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7240" y="3586512"/>
            <a:ext cx="1435702" cy="1236490"/>
          </a:xfrm>
          <a:prstGeom prst="rect">
            <a:avLst/>
          </a:prstGeom>
        </p:spPr>
      </p:pic>
      <p:pic>
        <p:nvPicPr>
          <p:cNvPr id="29" name="Picture 2" descr="Gestión Jurídica | CJV">
            <a:extLst>
              <a:ext uri="{FF2B5EF4-FFF2-40B4-BE49-F238E27FC236}">
                <a16:creationId xmlns:a16="http://schemas.microsoft.com/office/drawing/2014/main" id="{164DD722-444F-1EC1-846A-42238F82BF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09" y="4902878"/>
            <a:ext cx="428091" cy="240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Normalización L2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85953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 qué el producto punto es suficiente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2373" y="1517904"/>
            <a:ext cx="4209627" cy="22368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normalizamos todos los vectores (‖v‖ = 1), entonces:
</a:t>
            </a:r>
            <a:r>
              <a:rPr lang="en-US" sz="26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sim(a, b)  =  a · b
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multiplicación matricial recupera todos los scores del corpus.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en un corpus de 2 000 imágenes toma menos de 1 ms.</a:t>
            </a:r>
            <a:endParaRPr lang="en-US" sz="12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AABD1515-915D-6C2C-C552-DDBF1144B4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59" y="618659"/>
            <a:ext cx="3906181" cy="3906181"/>
          </a:xfrm>
          <a:prstGeom prst="rect">
            <a:avLst/>
          </a:prstGeom>
        </p:spPr>
      </p:pic>
      <p:pic>
        <p:nvPicPr>
          <p:cNvPr id="10" name="Picture 2" descr="Gestión Jurídica | CJV">
            <a:extLst>
              <a:ext uri="{FF2B5EF4-FFF2-40B4-BE49-F238E27FC236}">
                <a16:creationId xmlns:a16="http://schemas.microsoft.com/office/drawing/2014/main" id="{15C136D1-CABA-5034-E6E0-E315CE1C3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09" y="4902878"/>
            <a:ext cx="428091" cy="240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espacio compartido de CLIP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85953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Texto e imagen en la misma geometría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Radford et al., OpenAI 2021 · Learning Transferable Visual Models From Natural Language Supervision</a:t>
            </a:r>
            <a:endParaRPr lang="en-US" sz="9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07FBBFF-A697-11CE-5B76-92D1082AC1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893" y="1207008"/>
            <a:ext cx="7242048" cy="3621024"/>
          </a:xfrm>
          <a:prstGeom prst="rect">
            <a:avLst/>
          </a:prstGeom>
        </p:spPr>
      </p:pic>
      <p:pic>
        <p:nvPicPr>
          <p:cNvPr id="9" name="Picture 2" descr="Gestión Jurídica | CJV">
            <a:extLst>
              <a:ext uri="{FF2B5EF4-FFF2-40B4-BE49-F238E27FC236}">
                <a16:creationId xmlns:a16="http://schemas.microsoft.com/office/drawing/2014/main" id="{298B1ECB-4C27-AA83-F7AD-4151E9182C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09" y="4902878"/>
            <a:ext cx="428091" cy="240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¿Funciona el espacio compartido?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85953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Pares correctos vs pares aleatorios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577840" y="1417320"/>
            <a:ext cx="3246120" cy="804672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5669280" y="146304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correctos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0" y="1746504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~0.28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577840" y="2377440"/>
            <a:ext cx="3246120" cy="804672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5669280" y="242316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aleatorios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0" y="2706624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~0.15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5577840" y="3337560"/>
            <a:ext cx="3246120" cy="804672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5669280" y="338328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0" y="3666744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+0.13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57200" y="44622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gap positivo confirma que la señal existe — la búsqueda semántica es posible.</a:t>
            </a:r>
            <a:endParaRPr lang="en-US" sz="1200" dirty="0"/>
          </a:p>
        </p:txBody>
      </p:sp>
      <p:pic>
        <p:nvPicPr>
          <p:cNvPr id="16" name="Picture 2" descr="Gestión Jurídica | CJV">
            <a:extLst>
              <a:ext uri="{FF2B5EF4-FFF2-40B4-BE49-F238E27FC236}">
                <a16:creationId xmlns:a16="http://schemas.microsoft.com/office/drawing/2014/main" id="{1AE53F53-7A21-BCB6-BD9B-B0EF6DD37D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09" y="4902878"/>
            <a:ext cx="428091" cy="240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7660B302-F97F-E1BD-4102-AF73A00CA9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327574"/>
            <a:ext cx="4524587" cy="301639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pipeline de búsqueda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85953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Indexar → query → scores → top-k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de indexación: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paga una vez.   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de búsqueda: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milisegundos, sin importar el corpus.</a:t>
            </a:r>
            <a:endParaRPr lang="en-US" sz="1400" dirty="0"/>
          </a:p>
        </p:txBody>
      </p:sp>
      <p:pic>
        <p:nvPicPr>
          <p:cNvPr id="7" name="Picture 2" descr="Gestión Jurídica | CJV">
            <a:extLst>
              <a:ext uri="{FF2B5EF4-FFF2-40B4-BE49-F238E27FC236}">
                <a16:creationId xmlns:a16="http://schemas.microsoft.com/office/drawing/2014/main" id="{7B17C384-6AB4-3816-E41B-55213B7CC2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09" y="4902878"/>
            <a:ext cx="428091" cy="240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07BAFFA-0B7B-00F5-EB17-7999E187EB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5606"/>
          <a:stretch>
            <a:fillRect/>
          </a:stretch>
        </p:blipFill>
        <p:spPr>
          <a:xfrm>
            <a:off x="636008" y="1321022"/>
            <a:ext cx="7760677" cy="279377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solo pipeline, dos modalidades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85953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espacio compartido hace el trabajo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→ Imagen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 cyclist jumping"  →  get_text_embeddings()  →  compute_scores()  →  top-k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880360"/>
            <a:ext cx="8229600" cy="1371600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640080" y="299008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→ Imagen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42900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[imagen query]  →  get_image_embeddings()  →  compute_scores()  →  top-k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4622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código. Distinto encoder. Esto es lo que hace especial el espacio compartido.</a:t>
            </a:r>
            <a:endParaRPr lang="en-US" sz="1300" dirty="0"/>
          </a:p>
        </p:txBody>
      </p:sp>
      <p:pic>
        <p:nvPicPr>
          <p:cNvPr id="11" name="Picture 2" descr="Gestión Jurídica | CJV">
            <a:extLst>
              <a:ext uri="{FF2B5EF4-FFF2-40B4-BE49-F238E27FC236}">
                <a16:creationId xmlns:a16="http://schemas.microsoft.com/office/drawing/2014/main" id="{460D5B86-1948-7E88-F6C7-92ED456A66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09" y="4902878"/>
            <a:ext cx="428091" cy="240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matriz de similitud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85953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I · Tᵀ  ∈  ℝᴺˣᴺ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0" y="1371600"/>
            <a:ext cx="38404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S[i,j] = similitud entre imagen i y texto j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 S[i,i] = par correcto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Fuera diagonal = pares aleatorios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 brillante confirma alineación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es exactamente lo que optimiza CLIP durante entrenamiento</a:t>
            </a:r>
            <a:endParaRPr lang="en-US" sz="13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6539505-85B6-B722-6C5B-85746B60F6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" y="1605776"/>
            <a:ext cx="5004833" cy="3336555"/>
          </a:xfrm>
          <a:prstGeom prst="rect">
            <a:avLst/>
          </a:prstGeom>
        </p:spPr>
      </p:pic>
      <p:pic>
        <p:nvPicPr>
          <p:cNvPr id="9" name="Picture 2" descr="Gestión Jurídica | CJV">
            <a:extLst>
              <a:ext uri="{FF2B5EF4-FFF2-40B4-BE49-F238E27FC236}">
                <a16:creationId xmlns:a16="http://schemas.microsoft.com/office/drawing/2014/main" id="{8512DCF9-A389-6F0A-C703-39E8E579DD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09" y="4902878"/>
            <a:ext cx="428091" cy="240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Cuándo falla CLIP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85953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Límites sistemáticos del modelo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777240"/>
          </a:xfrm>
          <a:prstGeom prst="rect">
            <a:avLst/>
          </a:prstGeom>
          <a:solidFill>
            <a:srgbClr val="F9F9F9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594360" y="139903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Negaciones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7373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 street with no cars"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46120" y="1490472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no modela ausencias — entiende "cars", ignora "no"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221992"/>
            <a:ext cx="8229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594360" y="229514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Conteo exacto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63347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"exactly three people"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46120" y="2386584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no cuenta, percibe presencia temática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118104"/>
            <a:ext cx="8229600" cy="777240"/>
          </a:xfrm>
          <a:prstGeom prst="rect">
            <a:avLst/>
          </a:prstGeom>
          <a:solidFill>
            <a:srgbClr val="F9F9F9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594360" y="319125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 espaciales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352958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 dog to the left of a cat"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46120" y="3282696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razona sobre posiciones relativas entre objetos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014216"/>
            <a:ext cx="8229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594360" y="408736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compuestos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442569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 red ball next to a blue box"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46120" y="4178808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Mezcla atributos sin anclarlos a objetos específicos</a:t>
            </a:r>
            <a:endParaRPr lang="en-US" sz="1300" dirty="0"/>
          </a:p>
        </p:txBody>
      </p:sp>
      <p:pic>
        <p:nvPicPr>
          <p:cNvPr id="20" name="Picture 2" descr="Gestión Jurídica | CJV">
            <a:extLst>
              <a:ext uri="{FF2B5EF4-FFF2-40B4-BE49-F238E27FC236}">
                <a16:creationId xmlns:a16="http://schemas.microsoft.com/office/drawing/2014/main" id="{767B5193-D666-BF7B-DBA1-174194BE6A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09" y="4902878"/>
            <a:ext cx="428091" cy="240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modality gap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85953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 qué texto e imagen no se mezclan en 2D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846320" y="1325880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es?
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embeddings de imagen y texto ocupan regiones distintas de la hiperesfera, aunque sean semánticamente similares.
</a:t>
            </a: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no es un bug?
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histograma lo confirma: el gap entre pares correctos y aleatorios existe en las 512 dimensiones reales. La proyección 2D engaña.
</a:t>
            </a: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Referencia: </a:t>
            </a: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Liang et al., 2022 — Mind the Gap</a:t>
            </a:r>
            <a:endParaRPr lang="en-US" sz="13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2304F20A-35B9-74BC-2899-EE1D69EBA4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663" y="1607671"/>
            <a:ext cx="4377914" cy="2918609"/>
          </a:xfrm>
          <a:prstGeom prst="rect">
            <a:avLst/>
          </a:prstGeom>
        </p:spPr>
      </p:pic>
      <p:pic>
        <p:nvPicPr>
          <p:cNvPr id="9" name="Picture 2" descr="Gestión Jurídica | CJV">
            <a:extLst>
              <a:ext uri="{FF2B5EF4-FFF2-40B4-BE49-F238E27FC236}">
                <a16:creationId xmlns:a16="http://schemas.microsoft.com/office/drawing/2014/main" id="{6BAD82F6-CF84-0BF9-6102-50316A83A9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09" y="4902878"/>
            <a:ext cx="428091" cy="240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retrieval a</a:t>
            </a:r>
            <a:endParaRPr lang="en-US" sz="5000" dirty="0"/>
          </a:p>
          <a:p>
            <a:pPr marL="0" indent="0" algn="l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 AI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457200" y="31546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mismo mecanismo, a mayor escala</a:t>
            </a:r>
            <a:endParaRPr lang="en-US" sz="1900" dirty="0"/>
          </a:p>
        </p:txBody>
      </p:sp>
      <p:pic>
        <p:nvPicPr>
          <p:cNvPr id="6" name="Picture 2" descr="Gestión Jurídica | CJV">
            <a:extLst>
              <a:ext uri="{FF2B5EF4-FFF2-40B4-BE49-F238E27FC236}">
                <a16:creationId xmlns:a16="http://schemas.microsoft.com/office/drawing/2014/main" id="{2AB2A31E-12D0-4CC3-2952-2ECBC834D0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154" y="4267259"/>
            <a:ext cx="938875" cy="527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— Retrieval Augmented Generation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199" y="1334323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 LLMs no lo saben todo; el retrieval llena el gap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767328"/>
            <a:ext cx="822960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de lenguaje no 'recuerda' — recupera en tiempo de inferencia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base de conocimiento se actualiza sin reentrenar el modelo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con búsqueda, Perplexity, Copilot — todos usan RAG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calidad del retrieval determina la calidad de la respuesta</a:t>
            </a:r>
            <a:endParaRPr lang="en-US" sz="13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285E372B-3312-9295-4C0A-D68ECD7EA8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964" b="24985"/>
          <a:stretch>
            <a:fillRect/>
          </a:stretch>
        </p:blipFill>
        <p:spPr>
          <a:xfrm>
            <a:off x="362414" y="1959103"/>
            <a:ext cx="8419171" cy="1601080"/>
          </a:xfrm>
          <a:prstGeom prst="rect">
            <a:avLst/>
          </a:prstGeom>
        </p:spPr>
      </p:pic>
      <p:pic>
        <p:nvPicPr>
          <p:cNvPr id="9" name="Picture 2" descr="Gestión Jurídica | CJV">
            <a:extLst>
              <a:ext uri="{FF2B5EF4-FFF2-40B4-BE49-F238E27FC236}">
                <a16:creationId xmlns:a16="http://schemas.microsoft.com/office/drawing/2014/main" id="{C1BC59E2-F689-8838-010E-A185930C12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09" y="4902878"/>
            <a:ext cx="428091" cy="240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Multimodal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85953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Cuando la memoria incluye imágenes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749040" cy="356616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749040" cy="384048"/>
          </a:xfrm>
          <a:prstGeom prst="rect">
            <a:avLst/>
          </a:prstGeom>
          <a:solidFill>
            <a:srgbClr val="E0E0E0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textual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33832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Corpus: documentos de texto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Query: texto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Embedding: solo lenguaje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Q&amp;A sobre PDFs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325880"/>
            <a:ext cx="3749040" cy="356616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4846320" y="1325880"/>
            <a:ext cx="3749040" cy="384048"/>
          </a:xfrm>
          <a:prstGeom prst="rect">
            <a:avLst/>
          </a:prstGeom>
          <a:solidFill>
            <a:srgbClr val="E0E0E0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4937760" y="132588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multimodal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1828800"/>
            <a:ext cx="33832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Corpus: imágenes + texto + video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Query: texto, imagen o ambos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Embedding: espacio compartido (CLIP)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Google Lens, GPT-4o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97680" y="28803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pic>
        <p:nvPicPr>
          <p:cNvPr id="13" name="Picture 2" descr="Gestión Jurídica | CJV">
            <a:extLst>
              <a:ext uri="{FF2B5EF4-FFF2-40B4-BE49-F238E27FC236}">
                <a16:creationId xmlns:a16="http://schemas.microsoft.com/office/drawing/2014/main" id="{0ED427B9-EEC5-08F1-4DAF-7B39A33225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09" y="4902878"/>
            <a:ext cx="428091" cy="240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Gestión Jurídica | CJV">
            <a:extLst>
              <a:ext uri="{FF2B5EF4-FFF2-40B4-BE49-F238E27FC236}">
                <a16:creationId xmlns:a16="http://schemas.microsoft.com/office/drawing/2014/main" id="{29AAE0E2-25F4-6D46-C2E2-D1115E69D6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509" y="5055278"/>
            <a:ext cx="428091" cy="240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modelos frontier usan esto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85953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 cadena de ideas desde CLIP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DALL-E 2 invierte el proceso: texto → embedding CLIP → imagen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tiene encoder de visión alineado con el LLM — exactamente como CLIP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y Claude nacieron multimodales: el espacio compartido es nativo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comparten la misma idea: alinear espacios de representación</a:t>
            </a:r>
            <a:endParaRPr lang="en-US" sz="13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9DDD66C3-785B-3BDC-E95A-D8E7D65542F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701" b="5518"/>
          <a:stretch>
            <a:fillRect/>
          </a:stretch>
        </p:blipFill>
        <p:spPr>
          <a:xfrm>
            <a:off x="1918009" y="1326551"/>
            <a:ext cx="5084957" cy="2257225"/>
          </a:xfrm>
          <a:prstGeom prst="rect">
            <a:avLst/>
          </a:prstGeom>
        </p:spPr>
      </p:pic>
      <p:pic>
        <p:nvPicPr>
          <p:cNvPr id="9" name="Picture 2" descr="Gestión Jurídica | CJV">
            <a:extLst>
              <a:ext uri="{FF2B5EF4-FFF2-40B4-BE49-F238E27FC236}">
                <a16:creationId xmlns:a16="http://schemas.microsoft.com/office/drawing/2014/main" id="{5895B049-4BAF-A623-3CD5-BB517C2C68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09" y="4902878"/>
            <a:ext cx="428091" cy="240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Alineamiento de espacios de representación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12070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 idea unificadora de la IA moderna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42062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pregunta central de la IA moderna no es
'¿cómo clasifico esto?' sino
</a:t>
            </a: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'¿cómo represento esto de forma que sea útil para cualquier tarea?'
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respondió esa pregunta para imagen y texto en 2021.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modelos frontier la están respondiendo para todas las modalidades.</a:t>
            </a:r>
            <a:endParaRPr lang="en-US" sz="16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4721BF7A-17E1-676D-BCAF-A1871CB542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802" r="5338"/>
          <a:stretch>
            <a:fillRect/>
          </a:stretch>
        </p:blipFill>
        <p:spPr>
          <a:xfrm>
            <a:off x="5255340" y="757837"/>
            <a:ext cx="2839559" cy="4184495"/>
          </a:xfrm>
          <a:prstGeom prst="rect">
            <a:avLst/>
          </a:prstGeom>
        </p:spPr>
      </p:pic>
      <p:pic>
        <p:nvPicPr>
          <p:cNvPr id="9" name="Picture 2" descr="Gestión Jurídica | CJV">
            <a:extLst>
              <a:ext uri="{FF2B5EF4-FFF2-40B4-BE49-F238E27FC236}">
                <a16:creationId xmlns:a16="http://schemas.microsoft.com/office/drawing/2014/main" id="{71108070-E1FF-1C61-CC5F-C1774E8DA8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09" y="4902878"/>
            <a:ext cx="428091" cy="240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Búsqueda híbrida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85953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Combinar texto e imagen como señal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score(i)  =  α · sim_texto(i)  +  (1−α) · sim_imagen(i)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8229600" cy="713232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594360" y="2185416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 = 1.0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377440" y="2212848"/>
            <a:ext cx="6126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puro — baseline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880360"/>
            <a:ext cx="8229600" cy="713232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594360" y="3008376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 = 0.0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377440" y="3035808"/>
            <a:ext cx="6126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pura — mismo resultado para todos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703320"/>
            <a:ext cx="8229600" cy="713232"/>
          </a:xfrm>
          <a:prstGeom prst="rect">
            <a:avLst/>
          </a:prstGeom>
          <a:solidFill>
            <a:srgbClr val="EFEFE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594360" y="3831336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 ∈ (0,1)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377440" y="3858768"/>
            <a:ext cx="6126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Híbrido — la imagen actúa como prior temático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es lo que construirán en el notebook 03 — y lo que evaluará el leaderboard.</a:t>
            </a:r>
            <a:endParaRPr lang="en-US" sz="1200" dirty="0"/>
          </a:p>
        </p:txBody>
      </p:sp>
      <p:pic>
        <p:nvPicPr>
          <p:cNvPr id="15" name="Picture 2" descr="Gestión Jurídica | CJV">
            <a:extLst>
              <a:ext uri="{FF2B5EF4-FFF2-40B4-BE49-F238E27FC236}">
                <a16:creationId xmlns:a16="http://schemas.microsoft.com/office/drawing/2014/main" id="{FC79D110-7F98-8FFF-E34D-CC345BECD2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09" y="4902878"/>
            <a:ext cx="428091" cy="240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Ahora lo construyen ustedes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457200" y="2880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01_clip_baseline  →  02_image_retrieval  →  03_competition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457200" y="338328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Corpus: 2000 imágenes de Flickr30k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Métrica: Overlap@10 contra oracle de captions reales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diferencia a los equipos: la calidad del query que inventan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1070</Words>
  <Application>Microsoft Office PowerPoint</Application>
  <PresentationFormat>Presentación en pantalla (16:9)</PresentationFormat>
  <Paragraphs>162</Paragraphs>
  <Slides>20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4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Búsqueda Semántica Multimodal con CLIP</dc:title>
  <dc:subject>PptxGenJS Presentation</dc:subject>
  <dc:creator>PptxGenJS</dc:creator>
  <cp:lastModifiedBy>Juan David Martinez Vargas</cp:lastModifiedBy>
  <cp:revision>2</cp:revision>
  <dcterms:created xsi:type="dcterms:W3CDTF">2026-06-02T21:17:54Z</dcterms:created>
  <dcterms:modified xsi:type="dcterms:W3CDTF">2026-06-04T19:23:10Z</dcterms:modified>
</cp:coreProperties>
</file>